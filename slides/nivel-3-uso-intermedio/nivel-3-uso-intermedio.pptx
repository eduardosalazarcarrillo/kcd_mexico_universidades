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4082" y="1187648"/>
            <a:ext cx="1455688" cy="412552"/>
          </a:xfrm>
          <a:prstGeom prst="roundRect">
            <a:avLst>
              <a:gd name="adj" fmla="val 12314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48882" y="1289149"/>
            <a:ext cx="863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97894" y="1854101"/>
            <a:ext cx="4148063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Intermedio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9648" y="2695426"/>
            <a:ext cx="548470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Configuracion, Almacenamiento y Escalamiento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85701" y="3498652"/>
            <a:ext cx="2021086" cy="457200"/>
          </a:xfrm>
          <a:prstGeom prst="roundRect">
            <a:avLst>
              <a:gd name="adj" fmla="val 11111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24469" y="3651052"/>
            <a:ext cx="1543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7: Configuracion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87787" y="3498652"/>
            <a:ext cx="2191792" cy="457200"/>
          </a:xfrm>
          <a:prstGeom prst="roundRect">
            <a:avLst>
              <a:gd name="adj" fmla="val 11111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24848" y="3651052"/>
            <a:ext cx="17176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8: Almacenamiento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60579" y="3498652"/>
            <a:ext cx="1997720" cy="457200"/>
          </a:xfrm>
          <a:prstGeom prst="roundRect">
            <a:avLst>
              <a:gd name="adj" fmla="val 11111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99581" y="3651052"/>
            <a:ext cx="1519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9: Escalamiento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5399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50343"/>
            <a:ext cx="1813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886843"/>
            <a:ext cx="1813459" cy="170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 y Gestion de Aplicaciones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047851" y="1200448"/>
            <a:ext cx="56999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Separar configuracion del codigo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7851" y="1721048"/>
            <a:ext cx="569996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aplicaciones necesitan configuracion (URLs, puertos, credenciales) que varia entre entornos. Kubernetes permite externalizar esta configuracion sin modificar las imagenes de contenedor.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7851" y="3041749"/>
            <a:ext cx="5588198" cy="901303"/>
          </a:xfrm>
          <a:prstGeom prst="rect">
            <a:avLst/>
          </a:prstGeom>
          <a:solidFill>
            <a:srgbClr val="F0F7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85951" y="3041749"/>
            <a:ext cx="0" cy="901303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7952" y="3244900"/>
            <a:ext cx="5104281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clave: La configuracion debe vivir fuera del codigo para permitir despliegues flexibles y seguros.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ConfigMaps:</a:t>
            </a:r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Datos No Sensibles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260277"/>
            <a:ext cx="3951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 un ConfigMap?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701552"/>
            <a:ext cx="3873550" cy="118824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 configuracion como pares clave-valor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Maximo 1 MiB de datos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 del ciclo de vida del Pod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ser inmutable para mayor seguridad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62500" y="1260277"/>
            <a:ext cx="3873550" cy="784027"/>
          </a:xfrm>
          <a:prstGeom prst="roundRect">
            <a:avLst>
              <a:gd name="adj" fmla="val 647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91100" y="1437977"/>
            <a:ext cx="3484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Entorno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91100" y="1714202"/>
            <a:ext cx="3484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Inyecta valores directamente en el contenedor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62500" y="2196703"/>
            <a:ext cx="3873550" cy="784027"/>
          </a:xfrm>
          <a:prstGeom prst="roundRect">
            <a:avLst>
              <a:gd name="adj" fmla="val 647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91100" y="2374404"/>
            <a:ext cx="3484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Montado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91100" y="2650629"/>
            <a:ext cx="3484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de configuracion accesibles en el filesystem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62500" y="3133130"/>
            <a:ext cx="3873550" cy="784027"/>
          </a:xfrm>
          <a:prstGeom prst="roundRect">
            <a:avLst>
              <a:gd name="adj" fmla="val 647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91100" y="3310830"/>
            <a:ext cx="3484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Argumentos de Comando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91100" y="3587055"/>
            <a:ext cx="3484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valores al iniciar el contenedor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Secrets:</a:t>
            </a:r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Datos Sensibles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96727"/>
            <a:ext cx="43101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 un Secret?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593503"/>
            <a:ext cx="4225677" cy="10358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 contrasenas, tokens, llaves SSH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Codificado en Base64 (NO es encriptacion)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controlado via RBAC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Preferir volumenes sobre variables de entorno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832497"/>
            <a:ext cx="4225677" cy="60960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6525" y="2832497"/>
            <a:ext cx="0" cy="609600"/>
          </a:xfrm>
          <a:prstGeom prst="line">
            <a:avLst/>
          </a:prstGeom>
          <a:noFill/>
          <a:ln w="5715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251" y="2984897"/>
            <a:ext cx="38374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NO es seguridad. Habilita encriptacion en etcd para produccion.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14627" y="1196727"/>
            <a:ext cx="3521422" cy="679400"/>
          </a:xfrm>
          <a:prstGeom prst="roundRect">
            <a:avLst>
              <a:gd name="adj" fmla="val 747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17778" y="1349127"/>
            <a:ext cx="3177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17778" y="1571327"/>
            <a:ext cx="3177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genericos (default)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14627" y="2003078"/>
            <a:ext cx="3521422" cy="679400"/>
          </a:xfrm>
          <a:prstGeom prst="roundRect">
            <a:avLst>
              <a:gd name="adj" fmla="val 747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17778" y="2155478"/>
            <a:ext cx="3177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kubernetes.io/tls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17778" y="2377678"/>
            <a:ext cx="3177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TLS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14627" y="2809429"/>
            <a:ext cx="3521422" cy="679400"/>
          </a:xfrm>
          <a:prstGeom prst="roundRect">
            <a:avLst>
              <a:gd name="adj" fmla="val 747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17778" y="2961829"/>
            <a:ext cx="3177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kubernetes.io/dockerconfigjson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17778" y="3184029"/>
            <a:ext cx="3177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de registry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14627" y="3615779"/>
            <a:ext cx="3521422" cy="679400"/>
          </a:xfrm>
          <a:prstGeom prst="roundRect">
            <a:avLst>
              <a:gd name="adj" fmla="val 747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17778" y="3768179"/>
            <a:ext cx="3177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kubernetes.io/basic-auth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17778" y="3990380"/>
            <a:ext cx="3177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y contrasena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Practicas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Configuracion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860375"/>
            <a:ext cx="3905250" cy="3902125"/>
          </a:xfrm>
          <a:prstGeom prst="roundRect">
            <a:avLst>
              <a:gd name="adj" fmla="val 195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1851" y="1063526"/>
            <a:ext cx="34653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1851" y="1479352"/>
            <a:ext cx="3397448" cy="173682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ConfigMap por aplicacion</a:t>
            </a:r>
            <a:endParaRPr lang="en-US" sz="1200" dirty="0"/>
          </a:p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Secrets para credenciales</a:t>
            </a:r>
            <a:endParaRPr lang="en-US" sz="1200" dirty="0"/>
          </a:p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Secrets como volumenes</a:t>
            </a:r>
            <a:endParaRPr lang="en-US" sz="1200" dirty="0"/>
          </a:p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encriptacion en etcd</a:t>
            </a:r>
            <a:endParaRPr lang="en-US" sz="1200" dirty="0"/>
          </a:p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Rotar secrets regularmente</a:t>
            </a:r>
            <a:endParaRPr lang="en-US" sz="1200" dirty="0"/>
          </a:p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RBAC para controlar acceso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30651" y="860375"/>
            <a:ext cx="3905399" cy="3902125"/>
          </a:xfrm>
          <a:prstGeom prst="roundRect">
            <a:avLst>
              <a:gd name="adj" fmla="val 1953"/>
            </a:avLst>
          </a:prstGeom>
          <a:solidFill>
            <a:srgbClr val="3D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84552" y="1063526"/>
            <a:ext cx="34655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4552" y="1479352"/>
            <a:ext cx="3397597" cy="173682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en archivos YAML en Git</a:t>
            </a:r>
            <a:endParaRPr lang="en-US" sz="1200" dirty="0"/>
          </a:p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secrets entre namespaces</a:t>
            </a:r>
            <a:endParaRPr lang="en-US" sz="1200" dirty="0"/>
          </a:p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secret en dev y prod</a:t>
            </a:r>
            <a:endParaRPr lang="en-US" sz="1200" dirty="0"/>
          </a:p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Exceder limite de 1 MiB</a:t>
            </a:r>
            <a:endParaRPr lang="en-US" sz="1200" dirty="0"/>
          </a:p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Loguear valores de secrets</a:t>
            </a:r>
            <a:endParaRPr lang="en-US" sz="1200" dirty="0"/>
          </a:p>
          <a:p>
            <a:pPr algn="l" marL="114300" indent="-114300">
              <a:lnSpc>
                <a:spcPts val="228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Confiar solo en Base64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5399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3613"/>
            <a:ext cx="1813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2100114"/>
            <a:ext cx="1813459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en Kubernetes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047851" y="1333798"/>
            <a:ext cx="56999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Manejar datos persistentes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7851" y="1854398"/>
            <a:ext cx="569996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contenedores son efimeros: cuando mueren, sus datos desaparecen. Las aplicaciones stateful (bases de datos, archivos) necesitan almacenamiento que sobreviva al Pod.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7851" y="2908399"/>
            <a:ext cx="5588198" cy="901303"/>
          </a:xfrm>
          <a:prstGeom prst="rect">
            <a:avLst/>
          </a:prstGeom>
          <a:solidFill>
            <a:srgbClr val="F0F7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85951" y="2908399"/>
            <a:ext cx="0" cy="901303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7952" y="3111550"/>
            <a:ext cx="5104281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almacenamiento persistente tiene un ciclo de vida independiente del Pod que lo utiliza.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pPr algn="l" indent="0" marL="0">
              <a:buNone/>
            </a:pPr>
            <a:r>
              <a:rPr lang="en-US" sz="2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PersistentVolumeClaim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27075"/>
            <a:ext cx="3251150" cy="3698974"/>
          </a:xfrm>
          <a:prstGeom prst="roundRect">
            <a:avLst>
              <a:gd name="adj" fmla="val 2344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380976"/>
            <a:ext cx="27982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 (PV)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1851" y="1771501"/>
            <a:ext cx="279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 de almacenamiento en el cluster, provisionado por el administrador.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1851" y="2584252"/>
            <a:ext cx="2743349" cy="95011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Abstrae el almacenamiento fisico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independiente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capacidad y modo de acceso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Gestionado por el admin del cluster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3502" y="2762250"/>
            <a:ext cx="71272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&lt;--&gt;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46650" y="1127075"/>
            <a:ext cx="3289399" cy="3698974"/>
          </a:xfrm>
          <a:prstGeom prst="roundRect">
            <a:avLst>
              <a:gd name="adj" fmla="val 2317"/>
            </a:avLst>
          </a:prstGeom>
          <a:solidFill>
            <a:srgbClr val="F5F5F5"/>
          </a:solidFill>
          <a:ln w="19050">
            <a:solidFill>
              <a:srgbClr val="1E51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19601" y="1400026"/>
            <a:ext cx="27983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PersistentVolumeClaim (PVC)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19601" y="2028676"/>
            <a:ext cx="279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de almacenamiento por parte del desarrollador.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19601" y="2612827"/>
            <a:ext cx="2743498" cy="95011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 cuanto espacio necesita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modo de acceso requerido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vincula a un PV disponible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por el desarrollador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Modos de Acceso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(Access Modes)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27075"/>
            <a:ext cx="2235101" cy="758577"/>
          </a:xfrm>
          <a:prstGeom prst="roundRect">
            <a:avLst>
              <a:gd name="adj" fmla="val 669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65511" y="1401514"/>
            <a:ext cx="326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33551" y="1127075"/>
            <a:ext cx="5702498" cy="758577"/>
          </a:xfrm>
          <a:prstGeom prst="roundRect">
            <a:avLst>
              <a:gd name="adj" fmla="val 66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62151" y="1304776"/>
            <a:ext cx="5350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ReadWriteOnce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62151" y="1555552"/>
            <a:ext cx="5350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Lectura/escritura por un solo nodo. Ideal para bases de datos.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063353"/>
            <a:ext cx="2235101" cy="758577"/>
          </a:xfrm>
          <a:prstGeom prst="roundRect">
            <a:avLst>
              <a:gd name="adj" fmla="val 669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65511" y="2337792"/>
            <a:ext cx="326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33551" y="2063353"/>
            <a:ext cx="5702498" cy="758577"/>
          </a:xfrm>
          <a:prstGeom prst="roundRect">
            <a:avLst>
              <a:gd name="adj" fmla="val 66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62151" y="2241054"/>
            <a:ext cx="5350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ReadOnlyMany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62151" y="2491829"/>
            <a:ext cx="5350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lectura por multiples nodos. Ideal para contenido estatico.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2999631"/>
            <a:ext cx="2235101" cy="758577"/>
          </a:xfrm>
          <a:prstGeom prst="roundRect">
            <a:avLst>
              <a:gd name="adj" fmla="val 669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65511" y="3274070"/>
            <a:ext cx="326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33551" y="2999631"/>
            <a:ext cx="5702498" cy="758577"/>
          </a:xfrm>
          <a:prstGeom prst="roundRect">
            <a:avLst>
              <a:gd name="adj" fmla="val 66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62151" y="3177332"/>
            <a:ext cx="5350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ReadWriteMany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62151" y="3428107"/>
            <a:ext cx="5350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Lectura/escritura por multiples nodos. Requiere NFS o almacenamiento compatible.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3935909"/>
            <a:ext cx="2235101" cy="758577"/>
          </a:xfrm>
          <a:prstGeom prst="roundRect">
            <a:avLst>
              <a:gd name="adj" fmla="val 669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12081" y="4210348"/>
            <a:ext cx="4352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33551" y="3935909"/>
            <a:ext cx="5702498" cy="758577"/>
          </a:xfrm>
          <a:prstGeom prst="roundRect">
            <a:avLst>
              <a:gd name="adj" fmla="val 66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62151" y="4113609"/>
            <a:ext cx="5350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ReadWriteOncePod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62151" y="4364385"/>
            <a:ext cx="5350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Lectura/escritura por un solo Pod. Maxima restriccion de acceso.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Almacenamiento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27075"/>
            <a:ext cx="453971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52385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7934" y="1590526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5150" y="1523851"/>
            <a:ext cx="32138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Provisioning: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PV creado (manual o dinamico)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198105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7934" y="2047726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5150" y="1981051"/>
            <a:ext cx="31188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Binding: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PVC se vincula a un PV compatible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43825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7934" y="2504926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5150" y="2438251"/>
            <a:ext cx="28596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Using: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Pod monta el PVC como volumen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289545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7934" y="2962126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5150" y="2895451"/>
            <a:ext cx="2747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Releasing: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PVC eliminado, PV liberado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950" y="335265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7934" y="3419326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5150" y="3352651"/>
            <a:ext cx="29981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Reclaiming: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Segun politica de reclamacion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556" y="1127075"/>
            <a:ext cx="34919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Politicas de Reclamacion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556" y="1523851"/>
            <a:ext cx="3423493" cy="707975"/>
          </a:xfrm>
          <a:prstGeom prst="roundRect">
            <a:avLst>
              <a:gd name="adj" fmla="val 717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15707" y="1676251"/>
            <a:ext cx="30775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15707" y="1927027"/>
            <a:ext cx="30775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preservados. Requiere limpieza manual.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556" y="2358777"/>
            <a:ext cx="3423493" cy="707975"/>
          </a:xfrm>
          <a:prstGeom prst="roundRect">
            <a:avLst>
              <a:gd name="adj" fmla="val 717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15707" y="2511177"/>
            <a:ext cx="30775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15707" y="2761952"/>
            <a:ext cx="30775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y datos eliminados automaticamente.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556" y="3193703"/>
            <a:ext cx="3423493" cy="707975"/>
          </a:xfrm>
          <a:prstGeom prst="roundRect">
            <a:avLst>
              <a:gd name="adj" fmla="val 717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15707" y="3346103"/>
            <a:ext cx="30775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 (Deprecado)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15707" y="3596878"/>
            <a:ext cx="30775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 basico (rm -rf). Ya no recomendado.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StorageClass: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Aprovisionamiento Dinamico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911126"/>
            <a:ext cx="3951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 StorageClass?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1352401"/>
            <a:ext cx="3873550" cy="16505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"clases" de almacenamiento</a:t>
            </a:r>
            <a:endParaRPr lang="en-US" sz="1300" dirty="0"/>
          </a:p>
          <a:p>
            <a:pPr algn="l" marL="114300" indent="-1143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provisionar PVs automaticamente</a:t>
            </a:r>
            <a:endParaRPr lang="en-US" sz="1300" dirty="0"/>
          </a:p>
          <a:p>
            <a:pPr algn="l" marL="114300" indent="-1143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 el proveedor (provisioner)</a:t>
            </a:r>
            <a:endParaRPr lang="en-US" sz="1300" dirty="0"/>
          </a:p>
          <a:p>
            <a:pPr algn="l" marL="114300" indent="-1143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parametros del backend</a:t>
            </a:r>
            <a:endParaRPr lang="en-US" sz="1300" dirty="0"/>
          </a:p>
          <a:p>
            <a:pPr algn="l" marL="114300" indent="-1143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necesidad de crear PVs manualmente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62500" y="911126"/>
            <a:ext cx="3873550" cy="1174552"/>
          </a:xfrm>
          <a:prstGeom prst="roundRect">
            <a:avLst>
              <a:gd name="adj" fmla="val 6488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16401" y="1114276"/>
            <a:ext cx="3433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16401" y="1425327"/>
            <a:ext cx="3433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crea PVs manualmente. Usuario solicita con PVC. Binding busca PV compatible.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0" y="2238077"/>
            <a:ext cx="3873550" cy="1174552"/>
          </a:xfrm>
          <a:prstGeom prst="roundRect">
            <a:avLst>
              <a:gd name="adj" fmla="val 6488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16401" y="2441228"/>
            <a:ext cx="3433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16401" y="2752279"/>
            <a:ext cx="3433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referencia StorageClass. Kubernetes crea PV automaticamente. Mas agil y escalable.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5399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3613"/>
            <a:ext cx="1813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2100114"/>
            <a:ext cx="1813459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 y Alta Disponibilidad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047851" y="1333798"/>
            <a:ext cx="56999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Garantizar disponibilidad y rendimiento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7851" y="1854398"/>
            <a:ext cx="569996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aplicaciones en produccion deben responder a cambios en la demanda. Kubernetes automatiza el escalamiento y garantiza actualizaciones sin interrupcion del servicio.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7851" y="2908399"/>
            <a:ext cx="5588198" cy="901303"/>
          </a:xfrm>
          <a:prstGeom prst="rect">
            <a:avLst/>
          </a:prstGeom>
          <a:solidFill>
            <a:srgbClr val="F0F7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85951" y="2908399"/>
            <a:ext cx="0" cy="901303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7952" y="3111550"/>
            <a:ext cx="5104281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escalamiento horizontal agrega mas instancias; el vertical asigna mas recursos a instancias existentes.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HPA: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Horizontal Pod Autoscaler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27075"/>
            <a:ext cx="43455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523851"/>
            <a:ext cx="4260354" cy="10971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Monitorea metricas de los Pods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 replicas automaticamente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minimo y maximo de replicas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 cada 15 segundos por defecto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824163"/>
            <a:ext cx="4260354" cy="609600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6525" y="2824163"/>
            <a:ext cx="0" cy="609600"/>
          </a:xfrm>
          <a:prstGeom prst="line">
            <a:avLst/>
          </a:prstGeom>
          <a:noFill/>
          <a:ln w="5715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251" y="2976563"/>
            <a:ext cx="3872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Requisito:</a:t>
            </a:r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Metrics Server instalado y resource requests definidos en los Pods.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85755" y="1127075"/>
            <a:ext cx="3550295" cy="784027"/>
          </a:xfrm>
          <a:prstGeom prst="roundRect">
            <a:avLst>
              <a:gd name="adj" fmla="val 64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14355" y="1304776"/>
            <a:ext cx="31549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14355" y="1581001"/>
            <a:ext cx="3154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basado en % de uso de CPU vs requests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85755" y="2038052"/>
            <a:ext cx="3550295" cy="784027"/>
          </a:xfrm>
          <a:prstGeom prst="roundRect">
            <a:avLst>
              <a:gd name="adj" fmla="val 64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14355" y="2215753"/>
            <a:ext cx="31549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14355" y="2491978"/>
            <a:ext cx="3154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basado en consumo de memoria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85755" y="2949029"/>
            <a:ext cx="3550295" cy="784027"/>
          </a:xfrm>
          <a:prstGeom prst="roundRect">
            <a:avLst>
              <a:gd name="adj" fmla="val 64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14355" y="3126730"/>
            <a:ext cx="31549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Metrics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14355" y="3402955"/>
            <a:ext cx="3154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Metricas personalizadas via adapters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85755" y="3860006"/>
            <a:ext cx="3550295" cy="784027"/>
          </a:xfrm>
          <a:prstGeom prst="roundRect">
            <a:avLst>
              <a:gd name="adj" fmla="val 64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14355" y="4037707"/>
            <a:ext cx="31549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Metrics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14355" y="4313932"/>
            <a:ext cx="3154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Metricas de sistemas externos (ej: cola)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Updates: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Actualizaciones Sin Downtime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27075"/>
            <a:ext cx="39833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 Rolling Update?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523851"/>
            <a:ext cx="3983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 Pods gradualmente, reemplazando instancias antiguas por nuevas sin interrumpir el servicio.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158752"/>
            <a:ext cx="3905250" cy="10971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downtime durante actualizaciones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nuevos deben pasar readiness probe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sobre velocidad de actualizacion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automatico si falla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30651" y="1127075"/>
            <a:ext cx="3905399" cy="1580704"/>
          </a:xfrm>
          <a:prstGeom prst="roundRect">
            <a:avLst>
              <a:gd name="adj" fmla="val 482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84552" y="1330226"/>
            <a:ext cx="34655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(Default)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4552" y="1641277"/>
            <a:ext cx="34655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 Pods gradualmente. Mantiene disponibilidad durante la transicion.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4552" y="2161877"/>
            <a:ext cx="1244352" cy="342751"/>
          </a:xfrm>
          <a:prstGeom prst="roundRect">
            <a:avLst>
              <a:gd name="adj" fmla="val 1111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11502" y="2238077"/>
            <a:ext cx="101026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maxSurge: 25%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854" y="2161877"/>
            <a:ext cx="1701403" cy="342751"/>
          </a:xfrm>
          <a:prstGeom prst="roundRect">
            <a:avLst>
              <a:gd name="adj" fmla="val 1111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82804" y="2238077"/>
            <a:ext cx="147645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maxUnavailable: 25%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0651" y="2885480"/>
            <a:ext cx="3905399" cy="1136452"/>
          </a:xfrm>
          <a:prstGeom prst="roundRect">
            <a:avLst>
              <a:gd name="adj" fmla="val 67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84552" y="3088630"/>
            <a:ext cx="34655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4552" y="3399681"/>
            <a:ext cx="34655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todos los Pods antes de crear nuevos. Causa downtime pero evita conflictos de version.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Rollbacks: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Recuperacion Ante Fallos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911126"/>
            <a:ext cx="39510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Esenciales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1307902"/>
            <a:ext cx="39510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guarda historial de revisiones para facilitar recuperacion.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968252"/>
            <a:ext cx="3873550" cy="463451"/>
          </a:xfrm>
          <a:prstGeom prst="roundRect">
            <a:avLst>
              <a:gd name="adj" fmla="val 10961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2095202"/>
            <a:ext cx="35885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status deploy/app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2533204"/>
            <a:ext cx="3873550" cy="463451"/>
          </a:xfrm>
          <a:prstGeom prst="roundRect">
            <a:avLst>
              <a:gd name="adj" fmla="val 10961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2660154"/>
            <a:ext cx="35885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history deploy/app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3098155"/>
            <a:ext cx="3873550" cy="463451"/>
          </a:xfrm>
          <a:prstGeom prst="roundRect">
            <a:avLst>
              <a:gd name="adj" fmla="val 10961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651" y="3225105"/>
            <a:ext cx="35885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deploy/app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3663107"/>
            <a:ext cx="3873550" cy="673001"/>
          </a:xfrm>
          <a:prstGeom prst="roundRect">
            <a:avLst>
              <a:gd name="adj" fmla="val 7548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651" y="3790057"/>
            <a:ext cx="358851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deploy/app --to-revision=2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2500" y="911126"/>
            <a:ext cx="39510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Clave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0" y="1307902"/>
            <a:ext cx="3873550" cy="936427"/>
          </a:xfrm>
          <a:prstGeom prst="roundRect">
            <a:avLst>
              <a:gd name="adj" fmla="val 542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91100" y="1485602"/>
            <a:ext cx="3484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History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91100" y="1761827"/>
            <a:ext cx="34846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cambio crea una revision. Controlado por revisionHistoryLimit.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2500" y="2396728"/>
            <a:ext cx="3873550" cy="784027"/>
          </a:xfrm>
          <a:prstGeom prst="roundRect">
            <a:avLst>
              <a:gd name="adj" fmla="val 64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91100" y="2574429"/>
            <a:ext cx="3484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91100" y="2850654"/>
            <a:ext cx="3484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reinicia Pods fallidos automaticamente.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2500" y="3333155"/>
            <a:ext cx="3873550" cy="784027"/>
          </a:xfrm>
          <a:prstGeom prst="roundRect">
            <a:avLst>
              <a:gd name="adj" fmla="val 64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91100" y="3510855"/>
            <a:ext cx="3484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91100" y="3787080"/>
            <a:ext cx="3484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y Liveness determinan salud del Pod.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Resumen: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Nivel 3 Completado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63526"/>
            <a:ext cx="2540050" cy="3826073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101626"/>
            <a:ext cx="2540050" cy="0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342876"/>
            <a:ext cx="21764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7: Configuracion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101" y="1704826"/>
            <a:ext cx="2133749" cy="16627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ConfigMaps para datos no sensibles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para credenciales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entorno y volumenes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y encriptacion en produccion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901" y="1063526"/>
            <a:ext cx="2540198" cy="3826073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01901" y="1101626"/>
            <a:ext cx="2540198" cy="0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5051" y="1342876"/>
            <a:ext cx="217657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8: Almacenamiento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05051" y="1914376"/>
            <a:ext cx="2133898" cy="16627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PV: recurso de almacenamiento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PVC: solicitud del desarrollador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Modes: RWO, ROX, RWX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StorageClass para dinamico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0" y="1063526"/>
            <a:ext cx="2540050" cy="3826073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6000" y="1101626"/>
            <a:ext cx="2540050" cy="0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9150" y="1342876"/>
            <a:ext cx="21764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9: Escalamiento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99150" y="1704826"/>
            <a:ext cx="2133749" cy="95011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para autoescalamiento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 sin downtime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Rollbacks para recuperacion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automatico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Nivel 3: Uso Intermedio - Kubernetes</dc:title>
  <dc:subject>Configuración, Almacenamiento y Escalamiento en Kubernetes</dc:subject>
  <dc:creator>KCD Mexico</dc:creator>
  <cp:lastModifiedBy>KCD Mexico</cp:lastModifiedBy>
  <cp:revision>1</cp:revision>
  <dcterms:created xsi:type="dcterms:W3CDTF">2026-02-02T08:46:39Z</dcterms:created>
  <dcterms:modified xsi:type="dcterms:W3CDTF">2026-02-02T08:46:39Z</dcterms:modified>
</cp:coreProperties>
</file>